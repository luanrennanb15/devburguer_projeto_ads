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4CC9F0">
              <a:alpha val="15000"/>
            </a:srgbClr>
          </a:solidFill>
          <a:ln w="12700">
            <a:solidFill>
              <a:srgbClr val="4CC9F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CC9F0">
              <a:alpha val="10000"/>
            </a:srgbClr>
          </a:solidFill>
          <a:ln w="12700">
            <a:solidFill>
              <a:srgbClr val="4CC9F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PORTFÓLIO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Rennan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Pereira Pinto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de Software  |  ADS - UNIP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200400" cy="3657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49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</a:rPr>
              <a:t>C#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31136" y="3749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13632" y="3749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</a:rPr>
              <a:t>SQL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96128" y="3749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</a:rPr>
              <a:t>API 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78624" y="37490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</a:rPr>
              <a:t>HTML/CSS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sou eu?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de Análise e Desenvolvimento de Sistemas na UNIP, apaixonado por tecnologia e desenvolvimento de software. Tenho experiência prática no desenvolvimento de sistemas completos, desde a modelagem do banco de dados até a entrega de interfaces responsivas ao usuário final.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minha primeira oportunidade como desenvolvedor júnior, onde possa aplicar os conhecimentos adquiridos e crescer profissionalmente dentro de uma equipe.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2344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Formacao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em Analise 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Sistemas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 - 2026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97180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520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de desenvolvedor junior em ambiente colaborativo, com foco em back-end ou full-stack.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Tecnicas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com as quais trabalho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/  .NET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64792"/>
            <a:ext cx="292608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764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764792"/>
            <a:ext cx="292608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0779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880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560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07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07792"/>
            <a:ext cx="256032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2880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5079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4023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05079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050792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4023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   |   Comunicacao   |   Resolucao de problemas   |   Aprendizado continuo   |   Proatividade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Principal  -  DevBurguer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gestao para hamburgueria - tres modulos conectados por uma API REST.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Desktop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Windows Forms / SQL Server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2377440" cy="2286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Cadastro de produtos, clientes e entregadores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26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Registro de pedidos com calculo automatico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Painel de producao no formato Kanban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Relatorios gerenciais e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315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Previsao de demanda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6459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ASP.NET / 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514600"/>
            <a:ext cx="23774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Integracao entre site e sistema desktop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026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Endpoints de produtos, pedidos e clientes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Autenticacao com credenciais proprias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Validacao de dados no servidor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315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Calculo de valores no back-end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6459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Eletronico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237744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5968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Canal de vendas responsivo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026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Cardapio dinamico via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Carrinho de compras e finalizacao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Acessibilidade com VLibras (LIBRAS)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315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Integracao em tempo real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20240" y="1353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Figuras documentadas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academica completa com todas as telas do sistema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325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55080" y="1353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integrados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+ API REST + Site funcionando em tempo real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54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920240" y="3182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5844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desenvolvido e testado, nao apenas teorico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54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55080" y="3182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banco de dados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5844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relacional completa com integridade referencial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CC9F0">
              <a:alpha val="12000"/>
            </a:srgbClr>
          </a:solidFill>
          <a:ln w="12700">
            <a:solidFill>
              <a:srgbClr val="4CC9F0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disponivel para novas oportunidades!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E-mail:   luanrennan20005@gmail.com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 linkedin.com/in/luan-rennan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 github.com/luan-rennan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777240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C9F0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  Sorocaba - SP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- Luan Rennan</dc:title>
  <dc:subject>PptxGenJS Presentation</dc:subject>
  <dc:creator>PptxGenJS</dc:creator>
  <cp:lastModifiedBy>PptxGenJS</cp:lastModifiedBy>
  <cp:revision>1</cp:revision>
  <dcterms:created xsi:type="dcterms:W3CDTF">2026-06-24T20:25:56Z</dcterms:created>
  <dcterms:modified xsi:type="dcterms:W3CDTF">2026-06-24T20:25:56Z</dcterms:modified>
</cp:coreProperties>
</file>